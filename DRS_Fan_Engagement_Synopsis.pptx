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Enhancing Fan Engagement in Cricket through DRS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 Synopsis for Computer Science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Cricket fan experience transformed by DRS.</a:t>
            </a:r>
          </a:p>
          <a:p>
            <a:r>
              <a:t>• Technologies: Hawk-Eye, UltraEdge, Hotspot.</a:t>
            </a:r>
          </a:p>
          <a:p>
            <a:r>
              <a:t>• Increased transparency, fairness, and excitement.</a:t>
            </a:r>
          </a:p>
          <a:p>
            <a:r>
              <a:t>• Need for interactive, AI-driven engagement.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Current DRS engagement is passive.</a:t>
            </a:r>
          </a:p>
          <a:p>
            <a:r>
              <a:t>• Fans only observe decisions, no interactivity.</a:t>
            </a:r>
          </a:p>
          <a:p>
            <a:r>
              <a:t>• Gap: Use AI, AR/VR, and analytics to personalize fan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impact of DRS on fan engagement.</a:t>
            </a:r>
          </a:p>
          <a:p>
            <a:r>
              <a:t>• Explore CS-based opportunities (AI, AR/VR).</a:t>
            </a:r>
          </a:p>
          <a:p>
            <a:r>
              <a:t>• Propose an interactive engagement model.</a:t>
            </a:r>
          </a:p>
          <a:p>
            <a:r>
              <a:t>• Identify future applications of sports tech.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How has DRS increased trust and transparency?</a:t>
            </a:r>
          </a:p>
          <a:p>
            <a:r>
              <a:t>2. What role do AI and computer vision play?</a:t>
            </a:r>
          </a:p>
          <a:p>
            <a:r>
              <a:t>3. How can AR/VR and analytics improve interactivity?</a:t>
            </a:r>
          </a:p>
          <a:p>
            <a:r>
              <a:t>4. What opportunities exist for startups and CS research?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Literature review of DRS, sports analytics, fan engagement.</a:t>
            </a:r>
          </a:p>
          <a:p>
            <a:r>
              <a:t>• Data collection: surveys, social media, viewership trends.</a:t>
            </a:r>
          </a:p>
          <a:p>
            <a:r>
              <a:t>• Technology evaluation: AI, AR/VR, data visualization tools.</a:t>
            </a:r>
          </a:p>
          <a:p>
            <a:r>
              <a:t>• Prototype development: interactive fan DRS app (optional).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Analysis of DRS impact on fan engagement.</a:t>
            </a:r>
          </a:p>
          <a:p>
            <a:r>
              <a:t>• Opportunities for CS innovations in sports.</a:t>
            </a:r>
          </a:p>
          <a:p>
            <a:r>
              <a:t>• Proposed AI/AR/VR framework for fan interaction.</a:t>
            </a:r>
          </a:p>
          <a:p>
            <a:r>
              <a:t>• Roadmap for immersive broadcasting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AI-driven personalized fan experiences.</a:t>
            </a:r>
          </a:p>
          <a:p>
            <a:r>
              <a:t>• AR/VR immersive replay in stadiums and home broadcasts.</a:t>
            </a:r>
          </a:p>
          <a:p>
            <a:r>
              <a:t>• Predictive fan engagement analytics.</a:t>
            </a:r>
          </a:p>
          <a:p>
            <a:r>
              <a:t>• Careers in sports analytics, broadcasting, AI startups.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Palanisamy K. et al., Fan engagement and spectator experience in cricket matches, HSR, 2025.</a:t>
            </a:r>
          </a:p>
          <a:p>
            <a:r>
              <a:t>2. Applications of Machine Learning in Cricket: A systematic review, Elsevier, 2022.</a:t>
            </a:r>
          </a:p>
          <a:p>
            <a:r>
              <a:t>3. Kapadia et al., Sport analytics for cricket game results, Applied Computing and Informatics, 2022.</a:t>
            </a:r>
          </a:p>
          <a:p>
            <a:r>
              <a:t>4. IPL match winning analysis with player stats using ML, AIP Conf. Proc., 2025.</a:t>
            </a:r>
          </a:p>
          <a:p>
            <a:r>
              <a:t>5. Satheeskumar R., Advancing DRS in Cricket with AI, IJEME, 2023.</a:t>
            </a:r>
          </a:p>
          <a:p>
            <a:r>
              <a:t>6. Guo W. et al., Sports Analysis and VR Viewing System, arXiv, 2024.</a:t>
            </a:r>
          </a:p>
          <a:p>
            <a:r>
              <a:t>7. Banoth T. Naik et al., Review of Computer Vision in Sports, arXiv, 2022.</a:t>
            </a:r>
          </a:p>
          <a:p>
            <a:r>
              <a:t>8. Impact of VR on sport spectators, Computers in Human Behavior,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