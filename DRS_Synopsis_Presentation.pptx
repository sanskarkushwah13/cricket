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Computer-Vision &amp; Audio-assisted Decision Review System (DRS) for Cricket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Ball Tracking &amp; Snick Detection</a:t>
            </a:r>
          </a:p>
          <a:p>
            <a:r>
              <a:t>M.Tech Project Synopsis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Fair decision-making is crucial in cricket.</a:t>
            </a:r>
          </a:p>
          <a:p>
            <a:pPr/>
            <a:r>
              <a:t>Current DRS systems (Hawk-Eye, UltraEdge) are costly &amp; proprietary.</a:t>
            </a:r>
          </a:p>
          <a:p>
            <a:pPr/>
            <a:r>
              <a:t>Proposed: Low-cost AI-based prototype for umpiring assistance.</a:t>
            </a:r>
          </a:p>
          <a:p>
            <a:pPr/>
            <a:r>
              <a:t>Combines computer vision (ball tracking) and audio (snick detection).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Detect &amp; track the cricket ball in broadcast video.</a:t>
            </a:r>
          </a:p>
          <a:p>
            <a:pPr/>
            <a:r>
              <a:t>Estimate ball trajectory &amp; bounce points (LBW analysis).</a:t>
            </a:r>
          </a:p>
          <a:p>
            <a:pPr/>
            <a:r>
              <a:t>Analyze audio to detect bat-ball contact (snick).</a:t>
            </a:r>
          </a:p>
          <a:p>
            <a:pPr/>
            <a:r>
              <a:t>Fuse audio and video for better accuracy.</a:t>
            </a:r>
          </a:p>
          <a:p>
            <a:pPr/>
            <a:r>
              <a:t>Prototype with real-time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Ball Tracking: YOLO + DeepSORT/ByteTrack used in sports analytics.</a:t>
            </a:r>
          </a:p>
          <a:p>
            <a:pPr/>
            <a:r>
              <a:t>Trajectory Estimation: Polynomial/spline fits for projectile motion.</a:t>
            </a:r>
          </a:p>
          <a:p>
            <a:pPr/>
            <a:r>
              <a:t>Snick Detection: MFCC + CNN for audio classification.</a:t>
            </a:r>
          </a:p>
          <a:p>
            <a:pPr/>
            <a:r>
              <a:t>Multimodal Fusion: Combining audio-video improves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Data: Kaggle/YouTube cricket videos, Roboflow datasets.</a:t>
            </a:r>
          </a:p>
          <a:p>
            <a:pPr/>
            <a:r>
              <a:t>Ball Detection: YOLOv8 training.</a:t>
            </a:r>
          </a:p>
          <a:p>
            <a:pPr/>
            <a:r>
              <a:t>Tracking: DeepSORT/ByteTrack for ball path.</a:t>
            </a:r>
          </a:p>
          <a:p>
            <a:pPr/>
            <a:r>
              <a:t>Trajectory: Polynomial curve fitting for LBW prediction.</a:t>
            </a:r>
          </a:p>
          <a:p>
            <a:pPr/>
            <a:r>
              <a:t>Snick Detection: Audio preprocessing (MFCC, spectrogram) + CNN.</a:t>
            </a:r>
          </a:p>
          <a:p>
            <a:pPr/>
            <a:r>
              <a:t>Fusion: Late fusion of video &amp; audio signals.</a:t>
            </a:r>
          </a:p>
          <a:p>
            <a:pPr/>
            <a:r>
              <a:t>Prototype: Streamlit dashboard with video overlay.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Accurate ball detection (&gt;85% mAP).</a:t>
            </a:r>
          </a:p>
          <a:p>
            <a:pPr/>
            <a:r>
              <a:t>Trajectory prediction with &lt;0.5m error.</a:t>
            </a:r>
          </a:p>
          <a:p>
            <a:pPr/>
            <a:r>
              <a:t>Snick detection with &gt;80% F1 score.</a:t>
            </a:r>
          </a:p>
          <a:p>
            <a:pPr/>
            <a:r>
              <a:t>Prototype combining ball tracking + snick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Python, PyTorch, OpenCV, Librosa.</a:t>
            </a:r>
          </a:p>
          <a:p>
            <a:pPr/>
            <a:r>
              <a:t>YOLOv8 (detection), ByteTrack/DeepSORT (tracking).</a:t>
            </a:r>
          </a:p>
          <a:p>
            <a:pPr/>
            <a:r>
              <a:t>CNN (audio classification).</a:t>
            </a:r>
          </a:p>
          <a:p>
            <a:pPr/>
            <a:r>
              <a:t>Streamlit/Plotly (visualization).</a:t>
            </a:r>
          </a:p>
          <a:p>
            <a:pPr/>
            <a:r>
              <a:t>Roboflow, CVAT (annotation).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(16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Weeks 1–2: Data collection &amp; preprocessing.</a:t>
            </a:r>
          </a:p>
          <a:p>
            <a:pPr/>
            <a:r>
              <a:t>Weeks 3–5: Ball detection model.</a:t>
            </a:r>
          </a:p>
          <a:p>
            <a:pPr/>
            <a:r>
              <a:t>Weeks 6–8: Tracking &amp; trajectory estimation.</a:t>
            </a:r>
          </a:p>
          <a:p>
            <a:pPr/>
            <a:r>
              <a:t>Weeks 9–11: Audio snick detection.</a:t>
            </a:r>
          </a:p>
          <a:p>
            <a:pPr/>
            <a:r>
              <a:t>Weeks 12–13: Fusion module development.</a:t>
            </a:r>
          </a:p>
          <a:p>
            <a:pPr/>
            <a:r>
              <a:t>Weeks 14–15: System integration &amp; UI.</a:t>
            </a:r>
          </a:p>
          <a:p>
            <a:pPr/>
            <a:r>
              <a:t>Week 16: Report writing &amp; submission.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AI-driven approach to replicate cricket DRS features.</a:t>
            </a:r>
          </a:p>
          <a:p>
            <a:pPr/>
            <a:r>
              <a:t>Low-cost, accessible solution for fair decision support.</a:t>
            </a:r>
          </a:p>
          <a:p>
            <a:pPr/>
            <a:r>
              <a:t>Combines vision &amp; audio for reliable outcomes.</a:t>
            </a:r>
          </a:p>
          <a:p>
            <a:pPr/>
            <a:r>
              <a:t>Useful for research, coaching, and lower-level tournaments.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