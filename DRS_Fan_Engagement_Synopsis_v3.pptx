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Enhancing Fan Engagement in Cricket through DRS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Synopsis for Computer Science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Cricket fan experience transformed by DRS.</a:t>
            </a:r>
          </a:p>
          <a:p>
            <a:r>
              <a:t>• Technologies: Hawk-Eye, UltraEdge, Hotspot.</a:t>
            </a:r>
          </a:p>
          <a:p>
            <a:r>
              <a:t>• Increased transparency, fairness, and excitement.</a:t>
            </a:r>
          </a:p>
          <a:p>
            <a:r>
              <a:t>• Need for interactive, AI-driven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DRS engagement is passive.</a:t>
            </a:r>
          </a:p>
          <a:p>
            <a:r>
              <a:t>• Fans only observe decisions, no interactivity.</a:t>
            </a:r>
          </a:p>
          <a:p>
            <a:r>
              <a:t>• Gap: Use AI, AR/VR, and analytics to personalize fan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impact of DRS on fan engagement.</a:t>
            </a:r>
          </a:p>
          <a:p>
            <a:r>
              <a:t>• Explore CS-based opportunities (AI, AR/VR).</a:t>
            </a:r>
          </a:p>
          <a:p>
            <a:r>
              <a:t>• Propose an interactive engagement model.</a:t>
            </a:r>
          </a:p>
          <a:p>
            <a:r>
              <a:t>• Identify future applications of sports tech.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How has DRS increased trust and transparency?</a:t>
            </a:r>
          </a:p>
          <a:p>
            <a:r>
              <a:t>2. What role do AI and computer vision play?</a:t>
            </a:r>
          </a:p>
          <a:p>
            <a:r>
              <a:t>3. How can AR/VR and analytics improve interactivity?</a:t>
            </a:r>
          </a:p>
          <a:p>
            <a:r>
              <a:t>4. What opportunities exist for startups and CS research?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Literature review of DRS, sports analytics, fan engagement.</a:t>
            </a:r>
          </a:p>
          <a:p>
            <a:r>
              <a:t>• Data collection: surveys, social media, viewership trends.</a:t>
            </a:r>
          </a:p>
          <a:p>
            <a:r>
              <a:t>• Technology evaluation: AI, AR/VR, data visualization tools.</a:t>
            </a:r>
          </a:p>
          <a:p>
            <a:r>
              <a:t>• Prototype development: interactive fan DRS app (optional).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 of DRS impact on fan engagement.</a:t>
            </a:r>
          </a:p>
          <a:p>
            <a:r>
              <a:t>• Opportunities for CS innovations in sports.</a:t>
            </a:r>
          </a:p>
          <a:p>
            <a:r>
              <a:t>• Proposed AI/AR/VR framework for fan interaction.</a:t>
            </a:r>
          </a:p>
          <a:p>
            <a:r>
              <a:t>• Roadmap for immersive broadcasting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personalized fan experiences.</a:t>
            </a:r>
          </a:p>
          <a:p>
            <a:r>
              <a:t>• AR/VR immersive replay in stadiums and home broadcasts.</a:t>
            </a:r>
          </a:p>
          <a:p>
            <a:r>
              <a:t>• Predictive fan engagement analytics.</a:t>
            </a:r>
          </a:p>
          <a:p>
            <a:r>
              <a:t>• Careers in sports analytics, broadcasting, AI startups.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Palanisamy K. et al., Fan engagement and spectator experience in cricket matches, HSR, 2025.</a:t>
            </a:r>
          </a:p>
          <a:p>
            <a:r>
              <a:t>2. Applications of Machine Learning in Cricket: A systematic review, Elsevier, 2022.</a:t>
            </a:r>
          </a:p>
          <a:p>
            <a:r>
              <a:t>3. Kapadia et al., Sport analytics for cricket game results, Applied Computing and Informatics, 2022.</a:t>
            </a:r>
          </a:p>
          <a:p>
            <a:r>
              <a:t>4. IPL match winning analysis with player stats using ML, AIP Conf. Proc., 2025.</a:t>
            </a:r>
          </a:p>
          <a:p>
            <a:r>
              <a:t>5. Satheeskumar R., Advancing DRS in Cricket with AI, IJEME, 2023.</a:t>
            </a:r>
          </a:p>
          <a:p>
            <a:r>
              <a:t>6. Guo W. et al., Sports Analysis and VR Viewing System, arXiv, 2024.</a:t>
            </a:r>
          </a:p>
          <a:p>
            <a:r>
              <a:t>7. Banoth T. Naik et al., Review of Computer Vision in Sports, arXiv, 2022.</a:t>
            </a:r>
          </a:p>
          <a:p>
            <a:r>
              <a:t>8. Impact of VR on sport spectators, Computers in Human Behavior, 2019.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research on DRS and fan engagement, data can be collected from:</a:t>
            </a:r>
          </a:p>
          <a:p/>
          <a:p>
            <a:r>
              <a:t>• Match Footage &amp; Ball Tracking Data (Hawk-Eye, UltraEdge)</a:t>
            </a:r>
          </a:p>
          <a:p>
            <a:r>
              <a:t>• Social Media Reactions (Twitter, Instagram, YouTube)</a:t>
            </a:r>
          </a:p>
          <a:p>
            <a:r>
              <a:t>• Fan Polls &amp; Sentiment Analysis (before and after DRS calls)</a:t>
            </a:r>
          </a:p>
          <a:p>
            <a:r>
              <a:t>• Official Cricket Databases (ICC, ESPN Cricinfo, Cricbuzz)</a:t>
            </a:r>
          </a:p>
          <a:p>
            <a:r>
              <a:t>• Player &amp; Umpire Interviews on DRS impact</a:t>
            </a:r>
          </a:p>
          <a:p/>
          <a:p>
            <a:r>
              <a:t>Timeline of Data Collection:</a:t>
            </a:r>
          </a:p>
          <a:p>
            <a:r>
              <a:t>• Phase 1: Historical DRS adoption (2008–2015)</a:t>
            </a:r>
          </a:p>
          <a:p>
            <a:r>
              <a:t>• Phase 2: Fan engagement trends post-2015 (Social Media Boom)</a:t>
            </a:r>
          </a:p>
          <a:p>
            <a:r>
              <a:t>• Phase 3: Future Projections with AI &amp; VR (2025 onwards)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Literature Review &amp; Problem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DRS technology (Hawk-Eye, UltraEdge, ball-tracking).</a:t>
            </a:r>
          </a:p>
          <a:p>
            <a:r>
              <a:t>• Collect academic papers, articles, and ICC reports.</a:t>
            </a:r>
          </a:p>
          <a:p>
            <a:r>
              <a:t>• Define research questions: How has DRS changed fan engagement?</a:t>
            </a:r>
          </a:p>
          <a:p>
            <a:r>
              <a:t>• Tools: Google Scholar, IEEE Xplore, ACM Digital Library.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Data Source Identification &amp;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 cricket match datasets (ESPN Cricinfo, Kaggle, ICC archives).</a:t>
            </a:r>
          </a:p>
          <a:p>
            <a:r>
              <a:t>• Scrape Twitter/Instagram/YouTube comments for fan reactions to DRS calls.</a:t>
            </a:r>
          </a:p>
          <a:p>
            <a:r>
              <a:t>• Store data in CSV/JSON using Python + Pandas + APIs (Tweepy, YouTube API).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Data Preprocessing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 duplicates, emojis, and irrelevant posts from social media data.</a:t>
            </a:r>
          </a:p>
          <a:p>
            <a:r>
              <a:t>• Convert text into analyzable format (tokenization, stemming, stop-word removal).</a:t>
            </a:r>
          </a:p>
          <a:p>
            <a:r>
              <a:t>• Store in structured format (SQL database or Pandas DataFrame).</a:t>
            </a:r>
          </a:p>
          <a:p>
            <a:r>
              <a:t>• Tools: NLTK, SpaCy, Pandas, SQLAlchemy.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Data Analysis &amp; Sentiment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 Sentiment Analysis (Positive/Negative/Neutral) of fan reactions.</a:t>
            </a:r>
          </a:p>
          <a:p>
            <a:r>
              <a:t>• Compare reactions in matches with DRS vs matches without DRS.</a:t>
            </a:r>
          </a:p>
          <a:p>
            <a:r>
              <a:t>• Use Word Clouds &amp; frequency analysis to find common fan sentiments.</a:t>
            </a:r>
          </a:p>
          <a:p>
            <a:r>
              <a:t>• Tools: TextBlob, VADER, scikit-learn, matplotlib, seaborn.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5: Visualization &amp; Timeline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graphs showing sentiment trends before vs after DRS.</a:t>
            </a:r>
          </a:p>
          <a:p>
            <a:r>
              <a:t>• Track fan engagement spikes during controversial DRS calls.</a:t>
            </a:r>
          </a:p>
          <a:p>
            <a:r>
              <a:t>• Build interactive dashboards (optional) with Plotly or Tableau.</a:t>
            </a:r>
          </a:p>
          <a:p>
            <a:r>
              <a:t>• Tools: Matplotlib, Seaborn, Plotly.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6: Results, Future Scope &amp; Report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Summarize findings on DRS and fan engagement impact.</a:t>
            </a:r>
          </a:p>
          <a:p>
            <a:r>
              <a:t>• Highlight future opportunities: AI-driven umpiring, VR fan experiences.</a:t>
            </a:r>
          </a:p>
          <a:p>
            <a:r>
              <a:t>• Write final report and prepare presentation slides.</a:t>
            </a:r>
          </a:p>
          <a:p>
            <a:r>
              <a:t>• Tools: MS Word/LaTeX, PowerPoint, Canva.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