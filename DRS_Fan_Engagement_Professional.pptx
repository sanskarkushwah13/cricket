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Impact of DRS on Fan Engagement in Cricket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Research Synopsis Presentation</a:t>
            </a:r>
          </a:p>
          <a:p>
            <a:r>
              <a:t>M.Tech Computer Science</a:t>
            </a:r>
          </a:p>
          <a:p>
            <a:r>
              <a:t>Your Name | Roll No. | NIT Srinagar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DRS?</a:t>
            </a:r>
          </a:p>
          <a:p>
            <a:r>
              <a:t>• Why it matters</a:t>
            </a:r>
          </a:p>
          <a:p>
            <a:r>
              <a:t>• Impact on fairness</a:t>
            </a:r>
          </a:p>
          <a:p>
            <a:r>
              <a:t>• Fan interest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Umpiring errors affect fairness</a:t>
            </a:r>
          </a:p>
          <a:p>
            <a:r>
              <a:t>• Fans lose trust</a:t>
            </a:r>
          </a:p>
          <a:p>
            <a:r>
              <a:t>• DRS improves accuracy but sparks debates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DRS impact</a:t>
            </a:r>
          </a:p>
          <a:p>
            <a:r>
              <a:t>• Collect data</a:t>
            </a:r>
          </a:p>
          <a:p>
            <a:r>
              <a:t>• Use NLP &amp; Visualization</a:t>
            </a:r>
          </a:p>
          <a:p>
            <a:r>
              <a:t>• Predict future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Umpiring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Pre-2008: Manual only</a:t>
            </a:r>
          </a:p>
          <a:p>
            <a:r>
              <a:t>• 2008: DRS introduced</a:t>
            </a:r>
          </a:p>
          <a:p>
            <a:r>
              <a:t>• 2015+: ICC adoption</a:t>
            </a:r>
          </a:p>
          <a:p>
            <a:r>
              <a:t>• Current: Tech-driven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DRS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Hawk-Eye</a:t>
            </a:r>
          </a:p>
          <a:p>
            <a:r>
              <a:t>• UltraEdge</a:t>
            </a:r>
          </a:p>
          <a:p>
            <a:r>
              <a:t>• HotSpot</a:t>
            </a:r>
          </a:p>
          <a:p>
            <a:r>
              <a:t>• 3rd Umpire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Fan Engagement Before vs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Before: Accepted decisions</a:t>
            </a:r>
          </a:p>
          <a:p>
            <a:r>
              <a:t>After: Social media, memes, debates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Studies on DRS</a:t>
            </a:r>
          </a:p>
          <a:p>
            <a:r>
              <a:t>• Fan engagement papers</a:t>
            </a:r>
          </a:p>
          <a:p>
            <a:r>
              <a:t>• Research gap: Fan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Input: Match + Social media data</a:t>
            </a:r>
          </a:p>
          <a:p>
            <a:r>
              <a:t>• Processing: NLP + Sentiment</a:t>
            </a:r>
          </a:p>
          <a:p>
            <a:r>
              <a:t>• Output: Trends &amp; Visuals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Match footage</a:t>
            </a:r>
          </a:p>
          <a:p>
            <a:r>
              <a:t>• Twitter, YouTube, Instagram</a:t>
            </a:r>
          </a:p>
          <a:p>
            <a:r>
              <a:t>• Cricinfo / Cricbuzz APIs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Cleaning</a:t>
            </a:r>
          </a:p>
          <a:p>
            <a:r>
              <a:t>• Sentiment Analysis</a:t>
            </a:r>
          </a:p>
          <a:p>
            <a:r>
              <a:t>• Visualization</a:t>
            </a:r>
          </a:p>
          <a:p>
            <a:r>
              <a:t>• Comparison with/without DRS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Research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W1: Review</a:t>
            </a:r>
          </a:p>
          <a:p>
            <a:r>
              <a:t>W2: Collection</a:t>
            </a:r>
          </a:p>
          <a:p>
            <a:r>
              <a:t>W3: Cleaning</a:t>
            </a:r>
          </a:p>
          <a:p>
            <a:r>
              <a:t>W4: Sentiment</a:t>
            </a:r>
          </a:p>
          <a:p>
            <a:r>
              <a:t>W5: Visualization</a:t>
            </a:r>
          </a:p>
          <a:p>
            <a:r>
              <a:t>W6: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/ Gantt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W1–W2</a:t>
            </a:r>
          </a:p>
          <a:p>
            <a:r>
              <a:t>Phase 2: W3–W4</a:t>
            </a:r>
          </a:p>
          <a:p>
            <a:r>
              <a:t>Phase 3: W5–W6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Python, Pandas, SQL</a:t>
            </a:r>
          </a:p>
          <a:p>
            <a:r>
              <a:t>• NLP: NLTK, SpaCy</a:t>
            </a:r>
          </a:p>
          <a:p>
            <a:r>
              <a:t>• Viz: Matplotlib, Plotly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Sentiment graph</a:t>
            </a:r>
          </a:p>
          <a:p>
            <a:r>
              <a:t>• Word cloud</a:t>
            </a:r>
          </a:p>
          <a:p>
            <a:r>
              <a:t>• Before vs After DRS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Fan Engagement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Social spikes during DRS</a:t>
            </a:r>
          </a:p>
          <a:p>
            <a:r>
              <a:t>• Trending hashtags</a:t>
            </a:r>
          </a:p>
          <a:p>
            <a:r>
              <a:t>• Emotional fan reactions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DRS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fairness</a:t>
            </a:r>
          </a:p>
          <a:p>
            <a:r>
              <a:t>• Higher fan involvement</a:t>
            </a:r>
          </a:p>
          <a:p>
            <a:r>
              <a:t>• Excitement during reviews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umpiring</a:t>
            </a:r>
          </a:p>
          <a:p>
            <a:r>
              <a:t>• VR replays</a:t>
            </a:r>
          </a:p>
          <a:p>
            <a:r>
              <a:t>• AR overlays</a:t>
            </a:r>
          </a:p>
          <a:p>
            <a:r>
              <a:t>• Predictive analytics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Tech costs</a:t>
            </a:r>
          </a:p>
          <a:p>
            <a:r>
              <a:t>• Biased fan reactions</a:t>
            </a:r>
          </a:p>
          <a:p>
            <a:r>
              <a:t>• Limited data access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DRS transformed cricket</a:t>
            </a:r>
          </a:p>
          <a:p>
            <a:r>
              <a:t>• Fans now part of decisions</a:t>
            </a:r>
          </a:p>
          <a:p>
            <a:r>
              <a:t>• Future: AI, VR, AR in sports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ICC, ESPN Cricinfo</a:t>
            </a:r>
          </a:p>
          <a:p>
            <a:r>
              <a:t>• IEEE/ACM papers</a:t>
            </a:r>
          </a:p>
          <a:p>
            <a:r>
              <a:t>• NLP &amp; Sentiment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enti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Fan Reactions Word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wordclou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