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EA86-BEE1-3532-8C93-FB86CA8DF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E421E-3BD8-9D81-85AD-9F9465452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A00FD-81F7-BEA8-603D-920C1C380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65672-8DC2-B4C9-D187-A66C7B29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38940-CFED-905E-63B0-7F81C290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7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9096-D74D-86DD-7003-FBFFCFBC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6FE2-D87D-651F-0CD2-F6034B939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259B8-9816-9639-D87A-C51BE064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5251F-A482-76A0-6032-A44B5748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EB714-D920-8BDE-B054-C36A4745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21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2E25-5FE8-0BBB-7B85-6EC00E18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6B569-8B09-EEE5-3183-F6CE8D8DA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6FF82-AC90-4CEC-18C2-FA8AC39FD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5A213-3664-49ED-E1D3-5BCD531C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E6808-1A77-5A39-5369-79803CB5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8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ED0C-76C1-B686-6536-BC5BC47C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73AD8-82C1-84E2-722A-D7756FA9F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869CC-C68A-C24F-8EE8-FBC83945F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58C97-9265-67B7-44DC-8E3E7D42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22AD6-F9EB-4DFF-7B7D-5DFE4817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55773-288D-0713-99AF-CFBE0347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2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2A0D-E132-76D9-92AF-0564EC97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261EB-6A2B-0A51-0350-2E7A7078D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82A8C-2113-D36F-53F1-506C706BD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6564F-B5E2-9C07-8DF5-E32299047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EEABB-051A-7085-C6D5-42A9B3E6D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FD7C4-ECF1-5AB2-83E0-B24D47C4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3DCE96-D702-1C6C-51CE-7209E6F4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E1CE0-A4E9-8A83-5F7C-2C257F35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9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D7A7-2E80-6C1C-3810-2C9F1797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F9322-5B89-81F7-CA20-9B10DFD9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DCBCB-5671-A58D-B1FF-BCFF5C01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0157C-0105-446D-021D-E26D7E49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6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F65DD-09EA-BA3C-AD11-1A7CFED3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6B879-91BB-6F2A-1906-984CF641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6B868-0236-C498-9E75-D0E9DF0A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8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249C-A3B8-5FC5-6CD1-C417E361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ACD94-1A3C-9E42-7C96-EF21ED4AB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4DDB9-E46F-C1A3-9AF7-6B3A4F5C1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385AF-83D6-85A6-BF5E-9D90402D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80E0D-B16F-61AC-A0BA-37314DC5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33140-9434-0013-9807-FD94D841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E217-2E7A-2EFE-69A3-F6842098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A346AB-7151-4B13-DE0A-813C40EF0E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53894-89C7-BA6F-457B-2B5747230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C5664-374A-CD16-78F1-717C413D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BA8EE-8D69-A6A2-2818-1BEA13CA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5C695-7CFE-0574-9572-BE240DF4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2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EFC4-61D1-EF4E-63C4-6EF24F74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E5296-FE90-8B0D-CBC2-78243BDE5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70D37-3117-A730-C095-76C8CA50A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2341D-E4D6-018F-0807-95ABD634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FA61D-9824-0343-3653-FD4E9A62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57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AD830A-9A6C-7A97-8502-77EE166B89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ED64C-7022-762E-4E0B-9E405A84B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1BEB4-1FF1-F260-5BFF-7DC8573A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AC6E-9A94-A898-F7AE-E78AA0A9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20A45-9FCF-AC74-4307-ABFC059C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06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DD5E7-E6E5-E218-7003-8FFD4118F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68814-D2FB-B751-2F14-BC922A5BF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4A6E2-6A29-EF03-978B-C7D5EBB7D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97586-635C-44C2-BCE7-5C32C55E0F9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FEA44-ABF3-10F9-F144-07DCE937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9A9A1-5880-03B8-451A-18A7448EB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9DB3B-462E-4151-A26E-850FB03A8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6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E855-9AD0-C2CF-6A83-EC1D1AB0F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16D7A-7A6C-4C2A-61F9-313261DFFE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57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00A3-DAE0-EA28-1704-041E8C65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A65AB-65A0-AB83-6955-9B385D753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Cricket Match Outcome Prediction</a:t>
            </a:r>
          </a:p>
          <a:p>
            <a:r>
              <a:rPr lang="en-US" b="1" dirty="0"/>
              <a:t>Idea:</a:t>
            </a:r>
            <a:r>
              <a:rPr lang="en-US" dirty="0"/>
              <a:t> Use machine learning to predict win probability during a match.</a:t>
            </a:r>
          </a:p>
          <a:p>
            <a:r>
              <a:rPr lang="en-US" b="1" dirty="0"/>
              <a:t>Data Sources:</a:t>
            </a:r>
            <a:r>
              <a:rPr lang="en-US" dirty="0"/>
              <a:t> Ball-by-ball datasets (Kaggle, </a:t>
            </a:r>
            <a:r>
              <a:rPr lang="en-US" dirty="0" err="1"/>
              <a:t>Cricmetric</a:t>
            </a:r>
            <a:r>
              <a:rPr lang="en-US" dirty="0"/>
              <a:t>, </a:t>
            </a:r>
            <a:r>
              <a:rPr lang="en-US" dirty="0" err="1"/>
              <a:t>Cricsheet</a:t>
            </a:r>
            <a:r>
              <a:rPr lang="en-US" dirty="0"/>
              <a:t>).</a:t>
            </a:r>
          </a:p>
          <a:p>
            <a:r>
              <a:rPr lang="en-US" b="1" dirty="0"/>
              <a:t>Research Topics:</a:t>
            </a:r>
            <a:endParaRPr lang="en-US" dirty="0"/>
          </a:p>
          <a:p>
            <a:pPr lvl="1"/>
            <a:r>
              <a:rPr lang="en-US" dirty="0"/>
              <a:t>T20 match outcome prediction after each over</a:t>
            </a:r>
          </a:p>
          <a:p>
            <a:pPr lvl="1"/>
            <a:r>
              <a:rPr lang="en-US" dirty="0"/>
              <a:t>Impact of toss &amp; pitch conditions on results</a:t>
            </a:r>
          </a:p>
          <a:p>
            <a:pPr lvl="1"/>
            <a:r>
              <a:rPr lang="en-US" dirty="0"/>
              <a:t>Deep learning for live win probability (similar to </a:t>
            </a:r>
            <a:r>
              <a:rPr lang="en-US" dirty="0" err="1"/>
              <a:t>WinViz</a:t>
            </a:r>
            <a:r>
              <a:rPr lang="en-US" dirty="0"/>
              <a:t> in cricket broadcasts).</a:t>
            </a:r>
          </a:p>
          <a:p>
            <a:r>
              <a:rPr lang="en-US" b="1" dirty="0"/>
              <a:t>Feasibility:</a:t>
            </a:r>
            <a:r>
              <a:rPr lang="en-US" dirty="0"/>
              <a:t> ✅ Very popular &amp; many datasets exist.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43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1177-7F21-87AB-98B8-F0422E71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6823A-F7A9-FB11-9B3B-8852A36F0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5. Fan Engagement &amp; Sentiment Analysis</a:t>
            </a:r>
          </a:p>
          <a:p>
            <a:r>
              <a:rPr lang="en-US" b="1" dirty="0"/>
              <a:t>Idea:</a:t>
            </a:r>
            <a:r>
              <a:rPr lang="en-US" dirty="0"/>
              <a:t> NLP on social media (Twitter, Reddit, YouTube) for cricket events.</a:t>
            </a:r>
          </a:p>
          <a:p>
            <a:r>
              <a:rPr lang="en-US" b="1" dirty="0"/>
              <a:t>Data Sources:</a:t>
            </a:r>
            <a:r>
              <a:rPr lang="en-US" dirty="0"/>
              <a:t> Twitter API, Reddit cricket communities, YouTube comments.</a:t>
            </a:r>
          </a:p>
          <a:p>
            <a:r>
              <a:rPr lang="en-US" b="1" dirty="0"/>
              <a:t>Research Topics:</a:t>
            </a:r>
            <a:endParaRPr lang="en-US" dirty="0"/>
          </a:p>
          <a:p>
            <a:pPr lvl="1"/>
            <a:r>
              <a:rPr lang="en-US" dirty="0"/>
              <a:t>Sentiment analysis during IPL matches</a:t>
            </a:r>
          </a:p>
          <a:p>
            <a:pPr lvl="1"/>
            <a:r>
              <a:rPr lang="en-US" dirty="0"/>
              <a:t>Popularity of players based on social buzz</a:t>
            </a:r>
          </a:p>
          <a:p>
            <a:pPr lvl="1"/>
            <a:r>
              <a:rPr lang="en-US" dirty="0"/>
              <a:t>Predicting viewership/attendance using social trends</a:t>
            </a:r>
          </a:p>
          <a:p>
            <a:r>
              <a:rPr lang="en-US" b="1" dirty="0"/>
              <a:t>Feasibility:</a:t>
            </a:r>
            <a:r>
              <a:rPr lang="en-US" dirty="0"/>
              <a:t> ✅ Easy (text data is abundant, NLP is well-supported).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14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BDBD-FB06-4D29-B4B2-E281F5B5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632FE-6F3C-FB43-2650-087225CC5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Strategy &amp; Optimization Research</a:t>
            </a:r>
          </a:p>
          <a:p>
            <a:r>
              <a:rPr lang="en-US" b="1" dirty="0"/>
              <a:t>Idea:</a:t>
            </a:r>
            <a:r>
              <a:rPr lang="en-US" dirty="0"/>
              <a:t> Game-theoretic or AI-based strategies.</a:t>
            </a:r>
          </a:p>
          <a:p>
            <a:r>
              <a:rPr lang="en-US" b="1" dirty="0"/>
              <a:t>Data Sources:</a:t>
            </a:r>
            <a:r>
              <a:rPr lang="en-US" dirty="0"/>
              <a:t> Ball-by-ball data (</a:t>
            </a:r>
            <a:r>
              <a:rPr lang="en-US" dirty="0" err="1"/>
              <a:t>Cricmetric</a:t>
            </a:r>
            <a:r>
              <a:rPr lang="en-US" dirty="0"/>
              <a:t>, </a:t>
            </a:r>
            <a:r>
              <a:rPr lang="en-US" dirty="0" err="1"/>
              <a:t>Cricsheet</a:t>
            </a:r>
            <a:r>
              <a:rPr lang="en-US" dirty="0"/>
              <a:t>).</a:t>
            </a:r>
          </a:p>
          <a:p>
            <a:r>
              <a:rPr lang="en-US" b="1" dirty="0"/>
              <a:t>Research Topics:</a:t>
            </a:r>
            <a:endParaRPr lang="en-US" dirty="0"/>
          </a:p>
          <a:p>
            <a:pPr lvl="1"/>
            <a:r>
              <a:rPr lang="en-US" dirty="0"/>
              <a:t>Optimal batting order selection</a:t>
            </a:r>
          </a:p>
          <a:p>
            <a:pPr lvl="1"/>
            <a:r>
              <a:rPr lang="en-US" dirty="0"/>
              <a:t>Bowling change strategy optimization</a:t>
            </a:r>
          </a:p>
          <a:p>
            <a:pPr lvl="1"/>
            <a:r>
              <a:rPr lang="en-US" dirty="0"/>
              <a:t>Resource allocation in T20 matches (similar to Duckworth-Lewis-Stern but AI-based).</a:t>
            </a:r>
          </a:p>
          <a:p>
            <a:r>
              <a:rPr lang="en-US" b="1" dirty="0"/>
              <a:t>Feasibility:</a:t>
            </a:r>
            <a:r>
              <a:rPr lang="en-US" dirty="0"/>
              <a:t> ✅ Good for algorithmic/optimization-focused </a:t>
            </a:r>
            <a:r>
              <a:rPr lang="en-US" dirty="0" err="1"/>
              <a:t>M.Tech</a:t>
            </a:r>
            <a:r>
              <a:rPr lang="en-US" dirty="0"/>
              <a:t> projects.</a:t>
            </a:r>
          </a:p>
        </p:txBody>
      </p:sp>
    </p:spTree>
    <p:extLst>
      <p:ext uri="{BB962C8B-B14F-4D97-AF65-F5344CB8AC3E}">
        <p14:creationId xmlns:p14="http://schemas.microsoft.com/office/powerpoint/2010/main" val="137114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DB30-9881-45B7-32FB-5C658F1F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67BB88-C1F4-DDB8-6EF2-5E47D736DA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1962" y="1825626"/>
          <a:ext cx="10008076" cy="4351336"/>
        </p:xfrm>
        <a:graphic>
          <a:graphicData uri="http://schemas.openxmlformats.org/drawingml/2006/table">
            <a:tbl>
              <a:tblPr/>
              <a:tblGrid>
                <a:gridCol w="2502019">
                  <a:extLst>
                    <a:ext uri="{9D8B030D-6E8A-4147-A177-3AD203B41FA5}">
                      <a16:colId xmlns:a16="http://schemas.microsoft.com/office/drawing/2014/main" val="196920469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2185500219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1220960270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3142267645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#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Project Title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Data Source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Key Reference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263598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Ball-by-Ball Match Outcome Prediction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Cricsheet, Opendatabay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Goel et al. (2021), Chakwate &amp; R.A. (2020)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53870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2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Pre-Match Winner Prediction – T20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ESPN Cricinfo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Chakraborty et al. (2024)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316710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CAMP – Context-Aware Metric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Match archives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Ayub et al. (2023)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67067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Sentiment Analysis from Twitter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Twitter API, Kaggle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Procedia CS (2024)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362748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Profiling via Commentary NLP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Commentary archives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700"/>
                        <a:t>Behera &amp; Saradhi (2023); Al Asad et al. (2023)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980255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6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Protective Gear vs Agility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Mendeley dataset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Boby et al. (2025)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351806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7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CV for Ball Tracking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Video frames, annotated datasets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Abbas et al. (2022)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000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77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DF15-4661-1097-3FA0-E7575022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9B763-B264-7B3D-CC91-AFCB9BB5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Recommendation for </a:t>
            </a:r>
            <a:r>
              <a:rPr lang="en-US" b="1" dirty="0" err="1"/>
              <a:t>M.Tech</a:t>
            </a:r>
            <a:r>
              <a:rPr lang="en-US" b="1" dirty="0"/>
              <a:t> Student (easy + impactful + available data):</a:t>
            </a:r>
            <a:endParaRPr lang="en-US" dirty="0"/>
          </a:p>
          <a:p>
            <a:r>
              <a:rPr lang="en-US" b="1" dirty="0"/>
              <a:t>Match Outcome Prediction (ML/DL)</a:t>
            </a:r>
            <a:r>
              <a:rPr lang="en-US" dirty="0"/>
              <a:t> – easiest and data-rich.</a:t>
            </a:r>
          </a:p>
          <a:p>
            <a:r>
              <a:rPr lang="en-US" b="1" dirty="0"/>
              <a:t>Player Performance Analysis (ML + Stats)</a:t>
            </a:r>
            <a:r>
              <a:rPr lang="en-US" dirty="0"/>
              <a:t> – practical and feasible.</a:t>
            </a:r>
          </a:p>
          <a:p>
            <a:r>
              <a:rPr lang="en-US" b="1" dirty="0"/>
              <a:t>Sentiment Analysis of Cricket (NLP)</a:t>
            </a:r>
            <a:r>
              <a:rPr lang="en-US" dirty="0"/>
              <a:t> – lots of data, quick to implement.</a:t>
            </a:r>
          </a:p>
          <a:p>
            <a:r>
              <a:rPr lang="en-US" b="1" dirty="0"/>
              <a:t>Fan Engagement &amp; Sentiment Analysis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5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sanskar kushwah</dc:creator>
  <cp:lastModifiedBy>sanskar kushwah</cp:lastModifiedBy>
  <cp:revision>1</cp:revision>
  <dcterms:created xsi:type="dcterms:W3CDTF">2025-09-04T14:49:19Z</dcterms:created>
  <dcterms:modified xsi:type="dcterms:W3CDTF">2025-09-04T14:49:25Z</dcterms:modified>
</cp:coreProperties>
</file>